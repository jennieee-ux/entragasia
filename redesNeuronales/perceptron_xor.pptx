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Perceptrón aplicado a XOR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A3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características para resolver un problema no linealmente separable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utilizado: </a:t>
            </a:r>
            <a:pPr indent="0" marL="0">
              <a:buNone/>
            </a:pPr>
            <a:r>
              <a:rPr lang="en-US" sz="1500" dirty="0">
                <a:solidFill>
                  <a:srgbClr val="CB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polinomial de grado 2 (término cruzado x1·x2)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Neuronales · Carpeta: redesNeuronales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problema: XOR no es linealmente separable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2926080" cy="2194560"/>
        </p:xfrm>
        <a:graphic>
          <a:graphicData uri="http://schemas.openxmlformats.org/drawingml/2006/table">
            <a:tbl>
              <a:tblPr/>
              <a:tblGrid>
                <a:gridCol w="975360"/>
                <a:gridCol w="975360"/>
                <a:gridCol w="9753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794760" y="1371600"/>
            <a:ext cx="78181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perceptrón simple (una sola neurona) aprende una frontera de decisión lineal en el espacio (x1, x2).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 ninguna recta que separe las clases 0 y 1 de la tabla XOR.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caminos posibles para resolverlo: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Agregar capas ocultas (Multi-Layer Perceptron)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Ingeniería de características: transformar la entrada a un espacio donde sí sea separable, y seguir usando un único perceptrón lineal — la opción usada en este trabajo.</a:t>
            </a:r>
            <a:endParaRPr lang="en-US" sz="1400" dirty="0"/>
          </a:p>
        </p:txBody>
      </p:sp>
      <p:pic>
        <p:nvPicPr>
          <p:cNvPr id="5" name="Image 0" descr="/home/claude/redesNeuronales/imagenes/01_xor_espacio_orig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794760"/>
            <a:ext cx="3931920" cy="2514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Perceptrón + Ingeniería de características · XOR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utilizado: polinomial de grado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8016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K(x, x') = (x · x' + c)²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 implícitamente las entradas a un espacio de mayor dimensión que incluye los productos cruzados de las variables originales (x1·x2, x1², x2²).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Mapeo de características usado en este trabajo: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phi(x1, x2)  =  ( x1 , x2 , x1 . x2 )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algebraica para valores binarios {0,1}: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XOR(x1, x2)  =  x1 + x2 − 2·x1·x2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incluir z = x1·x2 como tercera característica, las cuatro combinaciones de entrada quedan ubicadas en un espacio de tres dimensiones donde sí existe un plano que las separa linealmente.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Perceptrón + Ingeniería de características · XOR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Entrenamiento del perceptrón sobre phi(x1,x2)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transformados (entrada al perceptrón):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5120640" cy="192024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z=x1x2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11430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aprendizaje (Rosenblatt):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35040" y="148132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wj &lt;- wj + eta . (y - y_pred) . xj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035040" y="18745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 = 0.5     activación escalón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23317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tras entrenar: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035040" y="267004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3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Convergencia alcanzada en la época 8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35040" y="30175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 = 0.5    w2 = 0.5    w3 = -1.5    b = -0.5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749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749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Plano separador:   0.5 x1 + 0.5 x2 - 1.5 z - 0.5 = 0     (z = x1 . x2)</a:t>
            </a:r>
            <a:endParaRPr lang="en-US" sz="16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09160"/>
          <a:ext cx="11064240" cy="1463040"/>
        </p:xfrm>
        <a:graphic>
          <a:graphicData uri="http://schemas.openxmlformats.org/drawingml/2006/table">
            <a:tbl>
              <a:tblPr/>
              <a:tblGrid>
                <a:gridCol w="3685032"/>
                <a:gridCol w="3685032"/>
                <a:gridCol w="368503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Predicho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Esperado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(0,0)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(0,1)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(1,0)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(1,1)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Perceptrón + Ingeniería de características · XOR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plano de separación en el espacio transformado</a:t>
            </a:r>
            <a:endParaRPr lang="en-US" sz="2600" dirty="0"/>
          </a:p>
        </p:txBody>
      </p:sp>
      <p:pic>
        <p:nvPicPr>
          <p:cNvPr id="3" name="Image 0" descr="/home/claude/redesNeuronales/imagenes/02_xor_espacio_transformado_pla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1005840"/>
            <a:ext cx="6583680" cy="5349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Perceptrón + Ingeniería de características · XOR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en GeoGebra 3D Calculator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Puntos:  A=(0,0,0)  B=(0,1,0)  C=(1,0,0)  D=(1,1,1)     </a:t>
            </a:r>
            <a:pPr indent="0" marL="0">
              <a:buNone/>
            </a:pPr>
            <a:r>
              <a:rPr lang="en-US" sz="135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Plano:  0.5x + 0.5y − 1.5z − 0.5 = 0</a:t>
            </a:r>
            <a:endParaRPr lang="en-US" sz="1350" dirty="0"/>
          </a:p>
        </p:txBody>
      </p:sp>
      <p:pic>
        <p:nvPicPr>
          <p:cNvPr id="4" name="Image 0" descr="/home/claude/redesNeuronales/imagenes/geogebra_plano_x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17320"/>
            <a:ext cx="9326880" cy="46725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Perceptrón + Ingeniería de características · XOR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9344"/>
            <a:ext cx="82296" cy="777240"/>
          </a:xfrm>
          <a:prstGeom prst="rect">
            <a:avLst/>
          </a:prstGeom>
          <a:solidFill>
            <a:srgbClr val="17A398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54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3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ingeniería de características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93852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perceptrón simple no puede resolver XOR: las clases no son linealmente separables en (x1, x2).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724912"/>
            <a:ext cx="82296" cy="777240"/>
          </a:xfrm>
          <a:prstGeom prst="rect">
            <a:avLst/>
          </a:prstGeom>
          <a:solidFill>
            <a:srgbClr val="17A39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70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3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ingeniería de características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05409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z = x1·x2 (kernel polinomial de grado 2) traslada el problema a un espacio de 3 dimensiones linealmente separable.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82296" cy="777240"/>
          </a:xfrm>
          <a:prstGeom prst="rect">
            <a:avLst/>
          </a:prstGeom>
          <a:solidFill>
            <a:srgbClr val="17A39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78561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3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 del enfoque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169664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resuelve con un único perceptrón lineal, sin necesidad de capas ocultas ni retropropagación.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956048"/>
            <a:ext cx="82296" cy="777240"/>
          </a:xfrm>
          <a:prstGeom prst="rect">
            <a:avLst/>
          </a:prstGeom>
          <a:solidFill>
            <a:srgbClr val="17A39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90118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3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obtenido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528523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perceptrón converge en 8 épocas y clasifica correctamente las 4 combinaciones de XOR, verificado también en GeoGebra 3D.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Perceptrón + Ingeniería de características · XOR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2026-07-13T01:07:40Z</dcterms:created>
  <dcterms:modified xsi:type="dcterms:W3CDTF">2026-07-13T01:07:40Z</dcterms:modified>
</cp:coreProperties>
</file>